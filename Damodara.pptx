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0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80" y="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4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64"/>
          <a:stretch/>
        </p:blipFill>
        <p:spPr>
          <a:xfrm>
            <a:off x="986589" y="13375"/>
            <a:ext cx="7170821" cy="68446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86588" y="4487938"/>
            <a:ext cx="7170821" cy="1188315"/>
          </a:xfrm>
          <a:prstGeom prst="rect">
            <a:avLst/>
          </a:prstGeom>
          <a:solidFill>
            <a:schemeClr val="tx1">
              <a:alpha val="49000"/>
            </a:schemeClr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86588" y="4169244"/>
            <a:ext cx="71708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5400" b="1">
                <a:solidFill>
                  <a:srgbClr val="FFD700"/>
                </a:solidFill>
              </a:defRPr>
            </a:pPr>
            <a:r>
              <a:rPr dirty="0" err="1"/>
              <a:t>Śrī</a:t>
            </a:r>
            <a:r>
              <a:rPr dirty="0"/>
              <a:t> </a:t>
            </a:r>
            <a:r>
              <a:rPr dirty="0" err="1"/>
              <a:t>Dāmodarāṣṭakam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86589" y="4944159"/>
            <a:ext cx="71708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400" b="0">
                <a:solidFill>
                  <a:srgbClr val="FFFFE6"/>
                </a:solidFill>
              </a:defRPr>
            </a:pPr>
            <a:r>
              <a:rPr dirty="0"/>
              <a:t>From the Padma </a:t>
            </a:r>
            <a:r>
              <a:rPr dirty="0" err="1"/>
              <a:t>Purāṇa</a:t>
            </a:r>
            <a:r>
              <a:rPr dirty="0"/>
              <a:t> – Hymn by </a:t>
            </a:r>
            <a:r>
              <a:rPr dirty="0" err="1"/>
              <a:t>Satyavrata</a:t>
            </a:r>
            <a:r>
              <a:rPr dirty="0"/>
              <a:t> </a:t>
            </a:r>
            <a:r>
              <a:rPr dirty="0" smtClean="0"/>
              <a:t>Muni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666636"/>
            <a:ext cx="9144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800" dirty="0" err="1" smtClean="0"/>
              <a:t>namāmīśvaram</a:t>
            </a:r>
            <a:r>
              <a:rPr sz="3800" dirty="0" smtClean="0"/>
              <a:t> </a:t>
            </a:r>
            <a:r>
              <a:rPr sz="3800" dirty="0"/>
              <a:t>sac-</a:t>
            </a:r>
            <a:r>
              <a:rPr sz="3800" dirty="0" err="1"/>
              <a:t>cid</a:t>
            </a:r>
            <a:r>
              <a:rPr sz="3800" dirty="0"/>
              <a:t>-</a:t>
            </a:r>
            <a:r>
              <a:rPr sz="3800" dirty="0" err="1"/>
              <a:t>ānanda-rūpam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lasat-kuṇḍalam</a:t>
            </a:r>
            <a:r>
              <a:rPr sz="3800" dirty="0"/>
              <a:t> </a:t>
            </a:r>
            <a:r>
              <a:rPr sz="3800" dirty="0" err="1"/>
              <a:t>gokule</a:t>
            </a:r>
            <a:r>
              <a:rPr sz="3800" dirty="0"/>
              <a:t> </a:t>
            </a:r>
            <a:r>
              <a:rPr sz="3800" dirty="0" err="1"/>
              <a:t>bhrājamanam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yasodā-bhiyolūkhalād</a:t>
            </a:r>
            <a:r>
              <a:rPr sz="3800" dirty="0"/>
              <a:t> </a:t>
            </a:r>
            <a:r>
              <a:rPr sz="3800" dirty="0" err="1"/>
              <a:t>dhāvamānam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parāmṛṣṭam</a:t>
            </a:r>
            <a:r>
              <a:rPr sz="3800" dirty="0"/>
              <a:t> </a:t>
            </a:r>
            <a:r>
              <a:rPr sz="3800" dirty="0" err="1"/>
              <a:t>atyantato</a:t>
            </a:r>
            <a:r>
              <a:rPr sz="3800" dirty="0"/>
              <a:t> </a:t>
            </a:r>
            <a:r>
              <a:rPr sz="3800" dirty="0" err="1"/>
              <a:t>drutya</a:t>
            </a:r>
            <a:r>
              <a:rPr sz="3800" dirty="0"/>
              <a:t> </a:t>
            </a:r>
            <a:r>
              <a:rPr sz="3800" dirty="0" err="1"/>
              <a:t>gopyā</a:t>
            </a:r>
            <a:endParaRPr sz="3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940652"/>
            <a:ext cx="9084733" cy="279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000" dirty="0" err="1" smtClean="0"/>
              <a:t>rudantam</a:t>
            </a:r>
            <a:r>
              <a:rPr sz="3000" dirty="0" smtClean="0"/>
              <a:t> </a:t>
            </a:r>
            <a:r>
              <a:rPr sz="3000" dirty="0" err="1"/>
              <a:t>muhur</a:t>
            </a:r>
            <a:r>
              <a:rPr sz="3000" dirty="0"/>
              <a:t> </a:t>
            </a:r>
            <a:r>
              <a:rPr sz="3000" dirty="0" err="1"/>
              <a:t>netra-yugmam</a:t>
            </a:r>
            <a:r>
              <a:rPr sz="3000" dirty="0"/>
              <a:t> </a:t>
            </a:r>
            <a:r>
              <a:rPr sz="3000" dirty="0" err="1"/>
              <a:t>mṛjantam</a:t>
            </a:r>
            <a:r>
              <a:rPr sz="3000" dirty="0"/>
              <a:t/>
            </a:r>
            <a:br>
              <a:rPr sz="3000" dirty="0"/>
            </a:br>
            <a:r>
              <a:rPr sz="3000" dirty="0" err="1"/>
              <a:t>karāmbhoja-yugmena</a:t>
            </a:r>
            <a:r>
              <a:rPr sz="3000" dirty="0"/>
              <a:t> </a:t>
            </a:r>
            <a:r>
              <a:rPr sz="3000" dirty="0" err="1"/>
              <a:t>sa-tanka-netram</a:t>
            </a:r>
            <a:r>
              <a:rPr sz="3000" dirty="0"/>
              <a:t/>
            </a:r>
            <a:br>
              <a:rPr sz="3000" dirty="0"/>
            </a:br>
            <a:r>
              <a:rPr sz="3000" dirty="0" err="1"/>
              <a:t>muhuḥ</a:t>
            </a:r>
            <a:r>
              <a:rPr sz="3000" dirty="0"/>
              <a:t> </a:t>
            </a:r>
            <a:r>
              <a:rPr sz="3000" dirty="0" err="1"/>
              <a:t>svāsa-kampa-trirekhāṅka-kaṇṭha-sthita-graivam</a:t>
            </a:r>
            <a:r>
              <a:rPr sz="3000" dirty="0"/>
              <a:t/>
            </a:r>
            <a:br>
              <a:rPr sz="3000" dirty="0"/>
            </a:br>
            <a:r>
              <a:rPr sz="3000" dirty="0" err="1"/>
              <a:t>dāmodaram</a:t>
            </a:r>
            <a:r>
              <a:rPr sz="3000" dirty="0"/>
              <a:t> bhakti-</a:t>
            </a:r>
            <a:r>
              <a:rPr sz="3000" dirty="0" err="1"/>
              <a:t>baddham</a:t>
            </a:r>
            <a:endParaRPr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655544"/>
            <a:ext cx="9144000" cy="351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800" dirty="0" err="1" smtClean="0"/>
              <a:t>iti-dṛk</a:t>
            </a:r>
            <a:r>
              <a:rPr sz="3800" dirty="0" smtClean="0"/>
              <a:t> </a:t>
            </a:r>
            <a:r>
              <a:rPr sz="3800" dirty="0" err="1"/>
              <a:t>sva-līlābhir</a:t>
            </a:r>
            <a:r>
              <a:rPr sz="3800" dirty="0"/>
              <a:t> </a:t>
            </a:r>
            <a:r>
              <a:rPr sz="3800" dirty="0" err="1"/>
              <a:t>ānanda-kuṇḍe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sva-ghoṣaṁ</a:t>
            </a:r>
            <a:r>
              <a:rPr sz="3800" dirty="0"/>
              <a:t> </a:t>
            </a:r>
            <a:r>
              <a:rPr sz="3800" dirty="0" err="1"/>
              <a:t>nimajjantam</a:t>
            </a:r>
            <a:r>
              <a:rPr sz="3800" dirty="0"/>
              <a:t> </a:t>
            </a:r>
            <a:r>
              <a:rPr sz="3800" dirty="0" err="1"/>
              <a:t>ākhyāpayantam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tadīyeśita-jñeṣu</a:t>
            </a:r>
            <a:r>
              <a:rPr sz="3800" dirty="0"/>
              <a:t> </a:t>
            </a:r>
            <a:r>
              <a:rPr sz="3800" dirty="0" err="1"/>
              <a:t>bhaktair</a:t>
            </a:r>
            <a:r>
              <a:rPr sz="3800" dirty="0"/>
              <a:t> </a:t>
            </a:r>
            <a:r>
              <a:rPr sz="3800" dirty="0" err="1"/>
              <a:t>jitatvam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punah</a:t>
            </a:r>
            <a:r>
              <a:rPr sz="3800" dirty="0"/>
              <a:t> </a:t>
            </a:r>
            <a:r>
              <a:rPr sz="3800" dirty="0" err="1" smtClean="0"/>
              <a:t>premata</a:t>
            </a:r>
            <a:r>
              <a:rPr lang="en-US" sz="3800" dirty="0" err="1" smtClean="0"/>
              <a:t>s</a:t>
            </a:r>
            <a:r>
              <a:rPr sz="3800" dirty="0" smtClean="0"/>
              <a:t> </a:t>
            </a:r>
            <a:r>
              <a:rPr sz="3800" dirty="0" err="1"/>
              <a:t>taṁ</a:t>
            </a:r>
            <a:r>
              <a:rPr sz="3800" dirty="0"/>
              <a:t> </a:t>
            </a:r>
            <a:r>
              <a:rPr sz="3800" dirty="0" err="1"/>
              <a:t>śatāvṛtti</a:t>
            </a:r>
            <a:r>
              <a:rPr sz="3800" dirty="0"/>
              <a:t> </a:t>
            </a:r>
            <a:r>
              <a:rPr sz="3800" dirty="0" err="1"/>
              <a:t>vande</a:t>
            </a:r>
            <a:endParaRPr sz="3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713297"/>
            <a:ext cx="9144000" cy="351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800" dirty="0" err="1" smtClean="0"/>
              <a:t>varam</a:t>
            </a:r>
            <a:r>
              <a:rPr sz="3800" dirty="0" smtClean="0"/>
              <a:t> </a:t>
            </a:r>
            <a:r>
              <a:rPr sz="3800" dirty="0"/>
              <a:t>deva </a:t>
            </a:r>
            <a:r>
              <a:rPr sz="3800" dirty="0" err="1"/>
              <a:t>mokṣam</a:t>
            </a:r>
            <a:r>
              <a:rPr sz="3800" dirty="0"/>
              <a:t> </a:t>
            </a:r>
            <a:r>
              <a:rPr sz="3800" dirty="0" err="1"/>
              <a:t>na</a:t>
            </a:r>
            <a:r>
              <a:rPr sz="3800" dirty="0"/>
              <a:t> </a:t>
            </a:r>
            <a:r>
              <a:rPr sz="3800" dirty="0" err="1"/>
              <a:t>mokṣāvadhiṁ</a:t>
            </a:r>
            <a:r>
              <a:rPr sz="3800" dirty="0"/>
              <a:t> </a:t>
            </a:r>
            <a:r>
              <a:rPr sz="3800" dirty="0" err="1"/>
              <a:t>vā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na</a:t>
            </a:r>
            <a:r>
              <a:rPr sz="3800" dirty="0"/>
              <a:t> </a:t>
            </a:r>
            <a:r>
              <a:rPr sz="3800" dirty="0" err="1"/>
              <a:t>cānyaṁ</a:t>
            </a:r>
            <a:r>
              <a:rPr sz="3800" dirty="0"/>
              <a:t> </a:t>
            </a:r>
            <a:r>
              <a:rPr sz="3800" dirty="0" err="1"/>
              <a:t>vṛṇe</a:t>
            </a:r>
            <a:r>
              <a:rPr sz="3800" dirty="0"/>
              <a:t> ‘</a:t>
            </a:r>
            <a:r>
              <a:rPr sz="3800" dirty="0" err="1"/>
              <a:t>haṁ</a:t>
            </a:r>
            <a:r>
              <a:rPr sz="3800" dirty="0"/>
              <a:t> </a:t>
            </a:r>
            <a:r>
              <a:rPr sz="3800" dirty="0" err="1"/>
              <a:t>vareśād</a:t>
            </a:r>
            <a:r>
              <a:rPr sz="3800" dirty="0"/>
              <a:t> </a:t>
            </a:r>
            <a:r>
              <a:rPr sz="3800" dirty="0" err="1"/>
              <a:t>apiha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idaṁ</a:t>
            </a:r>
            <a:r>
              <a:rPr sz="3800" dirty="0"/>
              <a:t> </a:t>
            </a:r>
            <a:r>
              <a:rPr sz="3800" dirty="0" err="1"/>
              <a:t>te</a:t>
            </a:r>
            <a:r>
              <a:rPr sz="3800" dirty="0"/>
              <a:t> </a:t>
            </a:r>
            <a:r>
              <a:rPr sz="3800" dirty="0" err="1"/>
              <a:t>vapur</a:t>
            </a:r>
            <a:r>
              <a:rPr sz="3800" dirty="0"/>
              <a:t> </a:t>
            </a:r>
            <a:r>
              <a:rPr sz="3800" dirty="0" err="1"/>
              <a:t>nātha</a:t>
            </a:r>
            <a:r>
              <a:rPr sz="3800" dirty="0"/>
              <a:t> </a:t>
            </a:r>
            <a:r>
              <a:rPr sz="3800" dirty="0" err="1"/>
              <a:t>gopāla-bālaṁ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sadā</a:t>
            </a:r>
            <a:r>
              <a:rPr sz="3800" dirty="0"/>
              <a:t> me </a:t>
            </a:r>
            <a:r>
              <a:rPr sz="3800" dirty="0" err="1"/>
              <a:t>manasy</a:t>
            </a:r>
            <a:r>
              <a:rPr sz="3800" dirty="0"/>
              <a:t> </a:t>
            </a:r>
            <a:r>
              <a:rPr sz="3800" dirty="0" err="1"/>
              <a:t>āvirāstām</a:t>
            </a:r>
            <a:r>
              <a:rPr sz="3800" dirty="0"/>
              <a:t> </a:t>
            </a:r>
            <a:r>
              <a:rPr sz="3800" dirty="0" err="1"/>
              <a:t>kim</a:t>
            </a:r>
            <a:r>
              <a:rPr sz="3800" dirty="0"/>
              <a:t> </a:t>
            </a:r>
            <a:r>
              <a:rPr sz="3800" dirty="0" err="1"/>
              <a:t>anyaiḥ</a:t>
            </a:r>
            <a:endParaRPr sz="3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665170"/>
            <a:ext cx="9144000" cy="351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800" dirty="0" err="1" smtClean="0"/>
              <a:t>idaṁ</a:t>
            </a:r>
            <a:r>
              <a:rPr sz="3800" dirty="0" smtClean="0"/>
              <a:t> </a:t>
            </a:r>
            <a:r>
              <a:rPr sz="3800" dirty="0" err="1"/>
              <a:t>te</a:t>
            </a:r>
            <a:r>
              <a:rPr sz="3800" dirty="0"/>
              <a:t> </a:t>
            </a:r>
            <a:r>
              <a:rPr sz="3800" dirty="0" err="1"/>
              <a:t>mukhāmbhojam</a:t>
            </a:r>
            <a:r>
              <a:rPr sz="3800" dirty="0"/>
              <a:t> </a:t>
            </a:r>
            <a:r>
              <a:rPr sz="3800" dirty="0" err="1"/>
              <a:t>atyanta-nīlair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vṛtaṁ</a:t>
            </a:r>
            <a:r>
              <a:rPr sz="3800" dirty="0"/>
              <a:t> </a:t>
            </a:r>
            <a:r>
              <a:rPr sz="3800" dirty="0" err="1"/>
              <a:t>kuṇṭalaiḥ</a:t>
            </a:r>
            <a:r>
              <a:rPr sz="3800" dirty="0"/>
              <a:t> </a:t>
            </a:r>
            <a:r>
              <a:rPr sz="3800" dirty="0" err="1"/>
              <a:t>snigdha-raktaiś</a:t>
            </a:r>
            <a:r>
              <a:rPr sz="3800" dirty="0"/>
              <a:t> </a:t>
            </a:r>
            <a:r>
              <a:rPr sz="3800" dirty="0" err="1"/>
              <a:t>ca</a:t>
            </a:r>
            <a:r>
              <a:rPr sz="3800" dirty="0"/>
              <a:t> </a:t>
            </a:r>
            <a:r>
              <a:rPr sz="3800" dirty="0" err="1"/>
              <a:t>gopyā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muhuś</a:t>
            </a:r>
            <a:r>
              <a:rPr sz="3800" dirty="0"/>
              <a:t> </a:t>
            </a:r>
            <a:r>
              <a:rPr sz="3800" dirty="0" err="1"/>
              <a:t>cumbitaṁ</a:t>
            </a:r>
            <a:r>
              <a:rPr sz="3800" dirty="0"/>
              <a:t> </a:t>
            </a:r>
            <a:r>
              <a:rPr sz="3800" dirty="0" err="1"/>
              <a:t>bimba-raktādharaṁ</a:t>
            </a:r>
            <a:r>
              <a:rPr sz="3800" dirty="0"/>
              <a:t> me</a:t>
            </a:r>
            <a:br>
              <a:rPr sz="3800" dirty="0"/>
            </a:br>
            <a:r>
              <a:rPr sz="3800" dirty="0" err="1"/>
              <a:t>manasy</a:t>
            </a:r>
            <a:r>
              <a:rPr sz="3800" dirty="0"/>
              <a:t> </a:t>
            </a:r>
            <a:r>
              <a:rPr sz="3800" dirty="0" err="1"/>
              <a:t>āvirāstām</a:t>
            </a:r>
            <a:r>
              <a:rPr sz="3800" dirty="0"/>
              <a:t> </a:t>
            </a:r>
            <a:r>
              <a:rPr sz="3800" dirty="0" err="1"/>
              <a:t>alaṁ</a:t>
            </a:r>
            <a:r>
              <a:rPr sz="3800" dirty="0"/>
              <a:t> </a:t>
            </a:r>
            <a:r>
              <a:rPr sz="3800" dirty="0" err="1"/>
              <a:t>lakṣa-lābhaiḥ</a:t>
            </a:r>
            <a:endParaRPr sz="3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662232"/>
            <a:ext cx="9144000" cy="351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800" dirty="0" err="1" smtClean="0"/>
              <a:t>namo</a:t>
            </a:r>
            <a:r>
              <a:rPr sz="3800" dirty="0" smtClean="0"/>
              <a:t> </a:t>
            </a:r>
            <a:r>
              <a:rPr sz="3800" dirty="0"/>
              <a:t>deva </a:t>
            </a:r>
            <a:r>
              <a:rPr sz="3800" dirty="0" err="1"/>
              <a:t>dāmodarānanta</a:t>
            </a:r>
            <a:r>
              <a:rPr sz="3800" dirty="0"/>
              <a:t> </a:t>
            </a:r>
            <a:r>
              <a:rPr sz="3800" dirty="0" err="1"/>
              <a:t>viṣṇo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prasīda</a:t>
            </a:r>
            <a:r>
              <a:rPr sz="3800" dirty="0"/>
              <a:t> </a:t>
            </a:r>
            <a:r>
              <a:rPr sz="3800" dirty="0" err="1"/>
              <a:t>prabho</a:t>
            </a:r>
            <a:r>
              <a:rPr sz="3800" dirty="0"/>
              <a:t> </a:t>
            </a:r>
            <a:r>
              <a:rPr sz="3800" dirty="0" err="1"/>
              <a:t>duḥkha-jālābdhi-magnam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kṛpā-dṛṣṭi-vṛṣṭy-ati-dīnam</a:t>
            </a:r>
            <a:r>
              <a:rPr sz="3800" dirty="0"/>
              <a:t> </a:t>
            </a:r>
            <a:r>
              <a:rPr sz="3800" dirty="0" err="1"/>
              <a:t>batānu-gṛhāṇeśa</a:t>
            </a:r>
            <a:r>
              <a:rPr sz="3800" dirty="0"/>
              <a:t/>
            </a:r>
            <a:br>
              <a:rPr sz="3800" dirty="0"/>
            </a:br>
            <a:r>
              <a:rPr sz="3800" dirty="0" err="1"/>
              <a:t>mām</a:t>
            </a:r>
            <a:r>
              <a:rPr sz="3800" dirty="0"/>
              <a:t> </a:t>
            </a:r>
            <a:r>
              <a:rPr sz="3800" dirty="0" err="1"/>
              <a:t>ajña</a:t>
            </a:r>
            <a:r>
              <a:rPr sz="3800" dirty="0"/>
              <a:t>-m </a:t>
            </a:r>
            <a:r>
              <a:rPr sz="3800" dirty="0" err="1"/>
              <a:t>edhy</a:t>
            </a:r>
            <a:r>
              <a:rPr sz="3800" dirty="0"/>
              <a:t> </a:t>
            </a:r>
            <a:r>
              <a:rPr sz="3800" dirty="0" err="1"/>
              <a:t>akṣi-dṛśyaḥ</a:t>
            </a:r>
            <a:endParaRPr sz="3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0" y="1713297"/>
            <a:ext cx="9144000" cy="333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600" dirty="0" err="1" smtClean="0"/>
              <a:t>kuverātmajau</a:t>
            </a:r>
            <a:r>
              <a:rPr sz="3600" dirty="0" smtClean="0"/>
              <a:t> </a:t>
            </a:r>
            <a:r>
              <a:rPr sz="3600" dirty="0" err="1"/>
              <a:t>baddha-mūrtyaiva</a:t>
            </a:r>
            <a:r>
              <a:rPr sz="3600" dirty="0"/>
              <a:t> </a:t>
            </a:r>
            <a:r>
              <a:rPr sz="3600" dirty="0" err="1"/>
              <a:t>yadvat</a:t>
            </a:r>
            <a:r>
              <a:rPr sz="3600" dirty="0"/>
              <a:t/>
            </a:r>
            <a:br>
              <a:rPr sz="3600" dirty="0"/>
            </a:br>
            <a:r>
              <a:rPr sz="3600" dirty="0" err="1"/>
              <a:t>tvayā</a:t>
            </a:r>
            <a:r>
              <a:rPr sz="3600" dirty="0"/>
              <a:t> </a:t>
            </a:r>
            <a:r>
              <a:rPr sz="3600" dirty="0" err="1"/>
              <a:t>mocitau</a:t>
            </a:r>
            <a:r>
              <a:rPr sz="3600" dirty="0"/>
              <a:t> bhakti-</a:t>
            </a:r>
            <a:r>
              <a:rPr sz="3600" dirty="0" err="1"/>
              <a:t>bhajau</a:t>
            </a:r>
            <a:r>
              <a:rPr sz="3600" dirty="0"/>
              <a:t> </a:t>
            </a:r>
            <a:r>
              <a:rPr sz="3600" dirty="0" err="1"/>
              <a:t>kṛtau</a:t>
            </a:r>
            <a:r>
              <a:rPr sz="3600" dirty="0"/>
              <a:t> </a:t>
            </a:r>
            <a:r>
              <a:rPr sz="3600" dirty="0" err="1"/>
              <a:t>ca</a:t>
            </a:r>
            <a:r>
              <a:rPr sz="3600" dirty="0"/>
              <a:t/>
            </a:r>
            <a:br>
              <a:rPr sz="3600" dirty="0"/>
            </a:br>
            <a:r>
              <a:rPr sz="3600" dirty="0" err="1"/>
              <a:t>tathā</a:t>
            </a:r>
            <a:r>
              <a:rPr sz="3600" dirty="0"/>
              <a:t> </a:t>
            </a:r>
            <a:r>
              <a:rPr sz="3600" dirty="0" err="1"/>
              <a:t>prema-bhaktiṁ</a:t>
            </a:r>
            <a:r>
              <a:rPr sz="3600" dirty="0"/>
              <a:t> </a:t>
            </a:r>
            <a:r>
              <a:rPr sz="3600" dirty="0" err="1"/>
              <a:t>svakaṁ</a:t>
            </a:r>
            <a:r>
              <a:rPr sz="3600" dirty="0"/>
              <a:t> me </a:t>
            </a:r>
            <a:r>
              <a:rPr sz="3600" dirty="0" err="1"/>
              <a:t>prayaccha</a:t>
            </a:r>
            <a:r>
              <a:rPr sz="3600" dirty="0"/>
              <a:t/>
            </a:r>
            <a:br>
              <a:rPr sz="3600" dirty="0"/>
            </a:br>
            <a:r>
              <a:rPr sz="3600" dirty="0" err="1"/>
              <a:t>na</a:t>
            </a:r>
            <a:r>
              <a:rPr sz="3600" dirty="0"/>
              <a:t> </a:t>
            </a:r>
            <a:r>
              <a:rPr sz="3600" dirty="0" err="1"/>
              <a:t>mokṣe</a:t>
            </a:r>
            <a:r>
              <a:rPr sz="3600" dirty="0"/>
              <a:t> </a:t>
            </a:r>
            <a:r>
              <a:rPr sz="3600" dirty="0" err="1"/>
              <a:t>graho</a:t>
            </a:r>
            <a:r>
              <a:rPr sz="3600" dirty="0"/>
              <a:t> me ‘</a:t>
            </a:r>
            <a:r>
              <a:rPr sz="3600" dirty="0" err="1"/>
              <a:t>sti</a:t>
            </a:r>
            <a:r>
              <a:rPr sz="3600" dirty="0"/>
              <a:t> </a:t>
            </a:r>
            <a:r>
              <a:rPr sz="3600" dirty="0" err="1"/>
              <a:t>dāmodareha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8711"/>
            <a:ext cx="9144000" cy="6858000"/>
            <a:chOff x="0" y="18711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859" y="18711"/>
              <a:ext cx="5588282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0" y="259882"/>
              <a:ext cx="9144000" cy="6598118"/>
            </a:xfrm>
            <a:prstGeom prst="rect">
              <a:avLst/>
            </a:prstGeom>
            <a:solidFill>
              <a:schemeClr val="tx1">
                <a:alpha val="49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51781" y="1808493"/>
            <a:ext cx="8586260" cy="3330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sz="3600" dirty="0" err="1" smtClean="0"/>
              <a:t>namas</a:t>
            </a:r>
            <a:r>
              <a:rPr sz="3600" dirty="0" smtClean="0"/>
              <a:t> </a:t>
            </a:r>
            <a:r>
              <a:rPr sz="3600" dirty="0" err="1"/>
              <a:t>te</a:t>
            </a:r>
            <a:r>
              <a:rPr sz="3600" dirty="0"/>
              <a:t> ‘</a:t>
            </a:r>
            <a:r>
              <a:rPr sz="3600" dirty="0" err="1"/>
              <a:t>stu</a:t>
            </a:r>
            <a:r>
              <a:rPr sz="3600" dirty="0"/>
              <a:t> </a:t>
            </a:r>
            <a:r>
              <a:rPr sz="3600" dirty="0" err="1"/>
              <a:t>dāmne</a:t>
            </a:r>
            <a:r>
              <a:rPr sz="3600" dirty="0"/>
              <a:t> </a:t>
            </a:r>
            <a:r>
              <a:rPr sz="3600" dirty="0" err="1"/>
              <a:t>sphurad-dīpti-dhāmne</a:t>
            </a:r>
            <a:r>
              <a:rPr sz="3600" dirty="0"/>
              <a:t/>
            </a:r>
            <a:br>
              <a:rPr sz="3600" dirty="0"/>
            </a:br>
            <a:r>
              <a:rPr sz="3600" dirty="0" err="1"/>
              <a:t>tvadīyodarayātha</a:t>
            </a:r>
            <a:r>
              <a:rPr sz="3600" dirty="0"/>
              <a:t> </a:t>
            </a:r>
            <a:r>
              <a:rPr sz="3600" dirty="0" err="1"/>
              <a:t>viśvasya</a:t>
            </a:r>
            <a:r>
              <a:rPr sz="3600" dirty="0"/>
              <a:t> </a:t>
            </a:r>
            <a:r>
              <a:rPr sz="3600" dirty="0" err="1"/>
              <a:t>dhāmne</a:t>
            </a:r>
            <a:r>
              <a:rPr sz="3600" dirty="0"/>
              <a:t/>
            </a:r>
            <a:br>
              <a:rPr sz="3600" dirty="0"/>
            </a:br>
            <a:r>
              <a:rPr sz="3600" dirty="0" err="1"/>
              <a:t>namo</a:t>
            </a:r>
            <a:r>
              <a:rPr sz="3600" dirty="0"/>
              <a:t> </a:t>
            </a:r>
            <a:r>
              <a:rPr sz="3600" dirty="0" err="1"/>
              <a:t>rādhikāyai</a:t>
            </a:r>
            <a:r>
              <a:rPr sz="3600" dirty="0"/>
              <a:t> </a:t>
            </a:r>
            <a:r>
              <a:rPr sz="3600" dirty="0" err="1"/>
              <a:t>tvadīya-priyāyai</a:t>
            </a:r>
            <a:r>
              <a:rPr sz="3600" dirty="0"/>
              <a:t/>
            </a:r>
            <a:br>
              <a:rPr sz="3600" dirty="0"/>
            </a:br>
            <a:r>
              <a:rPr sz="3600" dirty="0" err="1"/>
              <a:t>namo</a:t>
            </a:r>
            <a:r>
              <a:rPr sz="3600" dirty="0"/>
              <a:t> ‘</a:t>
            </a:r>
            <a:r>
              <a:rPr sz="3600" dirty="0" err="1"/>
              <a:t>nanta-līlāya</a:t>
            </a:r>
            <a:r>
              <a:rPr sz="3600" dirty="0"/>
              <a:t> </a:t>
            </a:r>
            <a:r>
              <a:rPr sz="3600" dirty="0" err="1"/>
              <a:t>devāya</a:t>
            </a:r>
            <a:r>
              <a:rPr sz="3600" dirty="0"/>
              <a:t> </a:t>
            </a:r>
            <a:r>
              <a:rPr sz="3600" dirty="0" err="1"/>
              <a:t>tubhyam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608" y="0"/>
            <a:ext cx="6277282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2834842"/>
            <a:ext cx="9144000" cy="1188315"/>
          </a:xfrm>
          <a:prstGeom prst="rect">
            <a:avLst/>
          </a:prstGeom>
          <a:solidFill>
            <a:schemeClr val="tx1">
              <a:alpha val="49000"/>
            </a:schemeClr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6249" y="2831449"/>
            <a:ext cx="691734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lang="en-US" sz="2400" dirty="0" smtClean="0"/>
              <a:t>Hare Krishna Hare Krishna </a:t>
            </a:r>
            <a:r>
              <a:rPr lang="en-US" sz="2400" dirty="0" err="1" smtClean="0"/>
              <a:t>Krishna</a:t>
            </a:r>
            <a:r>
              <a:rPr lang="en-US" sz="2400" dirty="0" smtClean="0"/>
              <a:t> </a:t>
            </a:r>
            <a:r>
              <a:rPr lang="en-US" sz="2400" dirty="0" err="1" smtClean="0"/>
              <a:t>Krishna</a:t>
            </a:r>
            <a:r>
              <a:rPr lang="en-US" sz="2400" dirty="0" smtClean="0"/>
              <a:t> Hare </a:t>
            </a:r>
            <a:r>
              <a:rPr lang="en-US" sz="2400" dirty="0" err="1" smtClean="0"/>
              <a:t>Hare</a:t>
            </a:r>
            <a:endParaRPr lang="en-US" sz="2400" dirty="0" smtClean="0"/>
          </a:p>
          <a:p>
            <a:pPr algn="ctr">
              <a:lnSpc>
                <a:spcPct val="150000"/>
              </a:lnSpc>
              <a:defRPr sz="2400" b="1">
                <a:solidFill>
                  <a:srgbClr val="FFD700"/>
                </a:solidFill>
              </a:defRPr>
            </a:pPr>
            <a:r>
              <a:rPr lang="sv-SE" sz="2400" dirty="0"/>
              <a:t>Hare </a:t>
            </a:r>
            <a:r>
              <a:rPr lang="sv-SE" sz="2400" dirty="0" smtClean="0"/>
              <a:t>Rama Hare Rama Rama Rama Hare Hare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59</Words>
  <Application>Microsoft Office PowerPoint</Application>
  <PresentationFormat>On-screen Show (4:3)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8</cp:revision>
  <dcterms:created xsi:type="dcterms:W3CDTF">2013-01-27T09:14:16Z</dcterms:created>
  <dcterms:modified xsi:type="dcterms:W3CDTF">2025-10-10T14:18:23Z</dcterms:modified>
  <cp:category/>
</cp:coreProperties>
</file>