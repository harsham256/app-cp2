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 Stack Used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Verification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Stack Overview</a:t>
            </a:r>
            <a:endParaRPr/>
          </a:p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914400" y="-250003"/>
            <a:ext cx="8229600" cy="55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React.js – Component-based UI for users and admin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React Router v6 – Smooth navigation and routing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Tailwind CSS – Responsive, modern styling</a:t>
            </a:r>
            <a:endParaRPr/>
          </a:p>
          <a:p>
            <a:pPr indent="-1397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Node.js / .NET API – Business logic and endpoints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JWT Authentication – Secure user &amp; admin access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Express.js – RESTful API handling</a:t>
            </a:r>
            <a:endParaRPr/>
          </a:p>
          <a:p>
            <a:pPr indent="-1397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OCR &amp; Data Processing: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Tesseract.js – Optical Character Recognition (text extraction)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UglyPDF – PDF parsing and data extraction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Regex Validation – Extract and match PAN, Aadhaar, and Name</a:t>
            </a:r>
            <a:endParaRPr/>
          </a:p>
          <a:p>
            <a:pPr indent="-1397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&amp; Storage: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Supabase / SQL Database – Secure document and user data storage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Cloud Storage – Scalable file management</a:t>
            </a:r>
            <a:endParaRPr/>
          </a:p>
          <a:p>
            <a:pPr indent="-1397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&amp; Deployment: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Axios – API communication between frontend and backend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Vite – Fast React build tool</a:t>
            </a:r>
            <a:endParaRPr/>
          </a:p>
          <a:p>
            <a:pPr indent="-1905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GitHub / VS Code – Version control and development</a:t>
            </a:r>
            <a:endParaRPr/>
          </a:p>
          <a:p>
            <a:pPr indent="-139700" lvl="0" marL="3429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